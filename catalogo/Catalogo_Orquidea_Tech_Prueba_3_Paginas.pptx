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FCB6-796C-4B41-B4EA-132C044A79A2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5CE1D-BCE1-4688-BB40-3EBE585DA7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111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FCB6-796C-4B41-B4EA-132C044A79A2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5CE1D-BCE1-4688-BB40-3EBE585DA7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867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FCB6-796C-4B41-B4EA-132C044A79A2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5CE1D-BCE1-4688-BB40-3EBE585DA7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391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FCB6-796C-4B41-B4EA-132C044A79A2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5CE1D-BCE1-4688-BB40-3EBE585DA7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285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FCB6-796C-4B41-B4EA-132C044A79A2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5CE1D-BCE1-4688-BB40-3EBE585DA7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33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FCB6-796C-4B41-B4EA-132C044A79A2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5CE1D-BCE1-4688-BB40-3EBE585DA7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581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FCB6-796C-4B41-B4EA-132C044A79A2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5CE1D-BCE1-4688-BB40-3EBE585DA7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35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FCB6-796C-4B41-B4EA-132C044A79A2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5CE1D-BCE1-4688-BB40-3EBE585DA7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245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FCB6-796C-4B41-B4EA-132C044A79A2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5CE1D-BCE1-4688-BB40-3EBE585DA7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860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FCB6-796C-4B41-B4EA-132C044A79A2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5CE1D-BCE1-4688-BB40-3EBE585DA7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27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FCB6-796C-4B41-B4EA-132C044A79A2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5CE1D-BCE1-4688-BB40-3EBE585DA7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4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48FCB6-796C-4B41-B4EA-132C044A79A2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5CE1D-BCE1-4688-BB40-3EBE585DA7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703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28600" y="171450"/>
            <a:ext cx="8686800" cy="480060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2"/>
          <p:cNvSpPr/>
          <p:nvPr/>
        </p:nvSpPr>
        <p:spPr>
          <a:xfrm>
            <a:off x="228600" y="171450"/>
            <a:ext cx="8686800" cy="95250"/>
          </a:xfrm>
          <a:prstGeom prst="rect">
            <a:avLst/>
          </a:prstGeom>
          <a:solidFill>
            <a:srgbClr val="5031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ángulo 3"/>
          <p:cNvSpPr/>
          <p:nvPr/>
        </p:nvSpPr>
        <p:spPr>
          <a:xfrm>
            <a:off x="400050" y="400050"/>
            <a:ext cx="685800" cy="685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75" y="447675"/>
            <a:ext cx="590550" cy="590550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1257300" y="533400"/>
            <a:ext cx="3238500" cy="1500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75" b="1" smtClean="0">
                <a:solidFill>
                  <a:srgbClr val="FFFFFF"/>
                </a:solidFill>
                <a:latin typeface="Aptos"/>
              </a:rPr>
              <a:t>ORQUÍDEA TECH</a:t>
            </a:r>
            <a:endParaRPr lang="en-US" sz="9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476250" y="1524000"/>
            <a:ext cx="4095750" cy="8079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25" b="1" smtClean="0">
                <a:solidFill>
                  <a:srgbClr val="FFFFFF"/>
                </a:solidFill>
                <a:latin typeface="Aptos"/>
              </a:rPr>
              <a:t>CATÁLOGO
MAYORISTA</a:t>
            </a:r>
            <a:endParaRPr lang="en-US" sz="262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495300" y="2914650"/>
            <a:ext cx="3810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050" b="1" smtClean="0">
                <a:solidFill>
                  <a:srgbClr val="C9D7A9"/>
                </a:solidFill>
                <a:latin typeface="Aptos"/>
              </a:rPr>
              <a:t>COLECCIONES DE CASES PARA IPHONE</a:t>
            </a:r>
            <a:endParaRPr lang="en-US" sz="1050" b="1">
              <a:solidFill>
                <a:srgbClr val="C9D7A9"/>
              </a:solidFill>
              <a:latin typeface="Aptos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495300" y="3371850"/>
            <a:ext cx="1162050" cy="47625"/>
          </a:xfrm>
          <a:prstGeom prst="rect">
            <a:avLst/>
          </a:prstGeom>
          <a:solidFill>
            <a:srgbClr val="5031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/>
          <p:cNvSpPr txBox="1"/>
          <p:nvPr/>
        </p:nvSpPr>
        <p:spPr>
          <a:xfrm>
            <a:off x="495300" y="3638550"/>
            <a:ext cx="2952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smtClean="0">
                <a:solidFill>
                  <a:srgbClr val="EFEDF0"/>
                </a:solidFill>
                <a:latin typeface="Aptos"/>
              </a:rPr>
              <a:t>10 colecciones  /  56 modelos</a:t>
            </a:r>
            <a:endParaRPr lang="en-US" sz="900">
              <a:solidFill>
                <a:srgbClr val="EFEDF0"/>
              </a:solidFill>
              <a:latin typeface="Aptos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4953000" y="514350"/>
            <a:ext cx="1752600" cy="1857375"/>
          </a:xfrm>
          <a:prstGeom prst="rect">
            <a:avLst/>
          </a:prstGeom>
          <a:solidFill>
            <a:srgbClr val="FBFB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n 1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934" y="590550"/>
            <a:ext cx="1278731" cy="1704975"/>
          </a:xfrm>
          <a:prstGeom prst="rect">
            <a:avLst/>
          </a:prstGeom>
        </p:spPr>
      </p:pic>
      <p:sp>
        <p:nvSpPr>
          <p:cNvPr id="13" name="Rectángulo 12"/>
          <p:cNvSpPr/>
          <p:nvPr/>
        </p:nvSpPr>
        <p:spPr>
          <a:xfrm>
            <a:off x="6838950" y="514350"/>
            <a:ext cx="1752600" cy="1857375"/>
          </a:xfrm>
          <a:prstGeom prst="rect">
            <a:avLst/>
          </a:prstGeom>
          <a:solidFill>
            <a:srgbClr val="FBFB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Imagen 13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150" y="909638"/>
            <a:ext cx="1600200" cy="1066800"/>
          </a:xfrm>
          <a:prstGeom prst="rect">
            <a:avLst/>
          </a:prstGeom>
        </p:spPr>
      </p:pic>
      <p:sp>
        <p:nvSpPr>
          <p:cNvPr id="15" name="Rectángulo 14"/>
          <p:cNvSpPr/>
          <p:nvPr/>
        </p:nvSpPr>
        <p:spPr>
          <a:xfrm>
            <a:off x="4953000" y="2552700"/>
            <a:ext cx="1752600" cy="1857375"/>
          </a:xfrm>
          <a:prstGeom prst="rect">
            <a:avLst/>
          </a:prstGeom>
          <a:solidFill>
            <a:srgbClr val="FBFB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Imagen 15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3047295"/>
            <a:ext cx="1600200" cy="868185"/>
          </a:xfrm>
          <a:prstGeom prst="rect">
            <a:avLst/>
          </a:prstGeom>
        </p:spPr>
      </p:pic>
      <p:sp>
        <p:nvSpPr>
          <p:cNvPr id="17" name="Rectángulo 16"/>
          <p:cNvSpPr/>
          <p:nvPr/>
        </p:nvSpPr>
        <p:spPr>
          <a:xfrm>
            <a:off x="6838950" y="2552700"/>
            <a:ext cx="1752600" cy="1857375"/>
          </a:xfrm>
          <a:prstGeom prst="rect">
            <a:avLst/>
          </a:prstGeom>
          <a:solidFill>
            <a:srgbClr val="FBFB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Imagen 17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150" y="2633599"/>
            <a:ext cx="1600200" cy="169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79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28600" y="171450"/>
            <a:ext cx="8686800" cy="952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/>
          <p:cNvSpPr txBox="1"/>
          <p:nvPr/>
        </p:nvSpPr>
        <p:spPr>
          <a:xfrm>
            <a:off x="419100" y="457200"/>
            <a:ext cx="4572000" cy="3116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25" b="1" smtClean="0">
                <a:solidFill>
                  <a:srgbClr val="422A2A"/>
                </a:solidFill>
                <a:latin typeface="Aptos"/>
              </a:rPr>
              <a:t>MARIPOSAS GLOW</a:t>
            </a:r>
            <a:endParaRPr lang="en-US" sz="2025" b="1">
              <a:solidFill>
                <a:srgbClr val="422A2A"/>
              </a:solidFill>
              <a:latin typeface="Aptos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438150" y="819150"/>
            <a:ext cx="2857500" cy="12695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5" b="1" smtClean="0">
                <a:solidFill>
                  <a:srgbClr val="767676"/>
                </a:solidFill>
                <a:latin typeface="Aptos"/>
              </a:rPr>
              <a:t>7 MODELOS DISPONIBLES</a:t>
            </a:r>
            <a:endParaRPr lang="en-US" sz="825" b="1">
              <a:solidFill>
                <a:srgbClr val="767676"/>
              </a:solidFill>
              <a:latin typeface="Aptos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6800850" y="457200"/>
            <a:ext cx="1905000" cy="400050"/>
          </a:xfrm>
          <a:prstGeom prst="rect">
            <a:avLst/>
          </a:prstGeom>
          <a:solidFill>
            <a:srgbClr val="5031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6800850" y="561975"/>
            <a:ext cx="1905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b="1" smtClean="0">
                <a:solidFill>
                  <a:srgbClr val="FFFFFF"/>
                </a:solidFill>
                <a:latin typeface="Aptos"/>
              </a:rPr>
              <a:t>PVP x MAYOR  $2.00</a:t>
            </a:r>
            <a:endParaRPr lang="en-US" sz="10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419100" y="1162050"/>
            <a:ext cx="1962150" cy="15811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/>
          <p:cNvSpPr/>
          <p:nvPr/>
        </p:nvSpPr>
        <p:spPr>
          <a:xfrm>
            <a:off x="419100" y="2457450"/>
            <a:ext cx="19621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257" y="1238250"/>
            <a:ext cx="975836" cy="1143000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495300" y="2524125"/>
            <a:ext cx="18097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13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2495550" y="1162050"/>
            <a:ext cx="1962150" cy="15811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/>
          <p:cNvSpPr/>
          <p:nvPr/>
        </p:nvSpPr>
        <p:spPr>
          <a:xfrm>
            <a:off x="2495550" y="2457450"/>
            <a:ext cx="19621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n 1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714" y="1238250"/>
            <a:ext cx="865823" cy="1143000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2571750" y="2524125"/>
            <a:ext cx="18097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14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4572000" y="1162050"/>
            <a:ext cx="1962150" cy="15811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/>
          <p:cNvSpPr/>
          <p:nvPr/>
        </p:nvSpPr>
        <p:spPr>
          <a:xfrm>
            <a:off x="4572000" y="2457450"/>
            <a:ext cx="19621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n 16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450" y="1238250"/>
            <a:ext cx="857250" cy="1143000"/>
          </a:xfrm>
          <a:prstGeom prst="rect">
            <a:avLst/>
          </a:prstGeom>
        </p:spPr>
      </p:pic>
      <p:sp>
        <p:nvSpPr>
          <p:cNvPr id="18" name="CuadroTexto 17"/>
          <p:cNvSpPr txBox="1"/>
          <p:nvPr/>
        </p:nvSpPr>
        <p:spPr>
          <a:xfrm>
            <a:off x="4648200" y="2524125"/>
            <a:ext cx="18097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15 Pro Max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6648450" y="1162050"/>
            <a:ext cx="1962150" cy="15811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ángulo 19"/>
          <p:cNvSpPr/>
          <p:nvPr/>
        </p:nvSpPr>
        <p:spPr>
          <a:xfrm>
            <a:off x="6648450" y="2457450"/>
            <a:ext cx="19621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Imagen 20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900" y="1238250"/>
            <a:ext cx="857250" cy="1143000"/>
          </a:xfrm>
          <a:prstGeom prst="rect">
            <a:avLst/>
          </a:prstGeom>
        </p:spPr>
      </p:pic>
      <p:sp>
        <p:nvSpPr>
          <p:cNvPr id="22" name="CuadroTexto 21"/>
          <p:cNvSpPr txBox="1"/>
          <p:nvPr/>
        </p:nvSpPr>
        <p:spPr>
          <a:xfrm>
            <a:off x="6724650" y="2524125"/>
            <a:ext cx="18097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16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ectángulo 22"/>
          <p:cNvSpPr/>
          <p:nvPr/>
        </p:nvSpPr>
        <p:spPr>
          <a:xfrm>
            <a:off x="971550" y="29146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ángulo 23"/>
          <p:cNvSpPr/>
          <p:nvPr/>
        </p:nvSpPr>
        <p:spPr>
          <a:xfrm>
            <a:off x="971550" y="42862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Imagen 24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0" y="2990850"/>
            <a:ext cx="914400" cy="1219200"/>
          </a:xfrm>
          <a:prstGeom prst="rect">
            <a:avLst/>
          </a:prstGeom>
        </p:spPr>
      </p:pic>
      <p:sp>
        <p:nvSpPr>
          <p:cNvPr id="26" name="CuadroTexto 25"/>
          <p:cNvSpPr txBox="1"/>
          <p:nvPr/>
        </p:nvSpPr>
        <p:spPr>
          <a:xfrm>
            <a:off x="1047750" y="43529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16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3371850" y="29146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ángulo 27"/>
          <p:cNvSpPr/>
          <p:nvPr/>
        </p:nvSpPr>
        <p:spPr>
          <a:xfrm>
            <a:off x="3371850" y="42862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Imagen 28"/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650" y="2990850"/>
            <a:ext cx="914400" cy="1219200"/>
          </a:xfrm>
          <a:prstGeom prst="rect">
            <a:avLst/>
          </a:prstGeom>
        </p:spPr>
      </p:pic>
      <p:sp>
        <p:nvSpPr>
          <p:cNvPr id="30" name="CuadroTexto 29"/>
          <p:cNvSpPr txBox="1"/>
          <p:nvPr/>
        </p:nvSpPr>
        <p:spPr>
          <a:xfrm>
            <a:off x="3448050" y="43529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17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Rectángulo 30"/>
          <p:cNvSpPr/>
          <p:nvPr/>
        </p:nvSpPr>
        <p:spPr>
          <a:xfrm>
            <a:off x="5772150" y="29146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ángulo 31"/>
          <p:cNvSpPr/>
          <p:nvPr/>
        </p:nvSpPr>
        <p:spPr>
          <a:xfrm>
            <a:off x="5772150" y="42862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Imagen 32"/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950" y="2990850"/>
            <a:ext cx="914400" cy="1219200"/>
          </a:xfrm>
          <a:prstGeom prst="rect">
            <a:avLst/>
          </a:prstGeom>
        </p:spPr>
      </p:pic>
      <p:sp>
        <p:nvSpPr>
          <p:cNvPr id="34" name="CuadroTexto 33"/>
          <p:cNvSpPr txBox="1"/>
          <p:nvPr/>
        </p:nvSpPr>
        <p:spPr>
          <a:xfrm>
            <a:off x="5848350" y="43529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17 Pro Max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419100" y="4762500"/>
            <a:ext cx="8305800" cy="923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600" smtClean="0">
                <a:solidFill>
                  <a:srgbClr val="767676"/>
                </a:solidFill>
                <a:latin typeface="Aptos"/>
              </a:rPr>
              <a:t>ORQUÍDEA TECH  /  COLECCIÓN MARIPOSAS GLOW</a:t>
            </a:r>
            <a:endParaRPr lang="en-US" sz="600">
              <a:solidFill>
                <a:srgbClr val="76767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01330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28600" y="171450"/>
            <a:ext cx="8686800" cy="952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/>
          <p:cNvSpPr txBox="1"/>
          <p:nvPr/>
        </p:nvSpPr>
        <p:spPr>
          <a:xfrm>
            <a:off x="419100" y="457200"/>
            <a:ext cx="4572000" cy="3116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25" b="1" smtClean="0">
                <a:solidFill>
                  <a:srgbClr val="422A2A"/>
                </a:solidFill>
                <a:latin typeface="Aptos"/>
              </a:rPr>
              <a:t>HEART COLLECTION</a:t>
            </a:r>
            <a:endParaRPr lang="en-US" sz="2025" b="1">
              <a:solidFill>
                <a:srgbClr val="422A2A"/>
              </a:solidFill>
              <a:latin typeface="Aptos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438150" y="819150"/>
            <a:ext cx="2857500" cy="12695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5" b="1" smtClean="0">
                <a:solidFill>
                  <a:srgbClr val="767676"/>
                </a:solidFill>
                <a:latin typeface="Aptos"/>
              </a:rPr>
              <a:t>4 MODELOS DISPONIBLES</a:t>
            </a:r>
            <a:endParaRPr lang="en-US" sz="825" b="1">
              <a:solidFill>
                <a:srgbClr val="767676"/>
              </a:solidFill>
              <a:latin typeface="Aptos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6800850" y="457200"/>
            <a:ext cx="1905000" cy="400050"/>
          </a:xfrm>
          <a:prstGeom prst="rect">
            <a:avLst/>
          </a:prstGeom>
          <a:solidFill>
            <a:srgbClr val="5031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6800850" y="561975"/>
            <a:ext cx="1905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b="1" smtClean="0">
                <a:solidFill>
                  <a:srgbClr val="FFFFFF"/>
                </a:solidFill>
                <a:latin typeface="Aptos"/>
              </a:rPr>
              <a:t>PVP x MAYOR  $2.50</a:t>
            </a:r>
            <a:endParaRPr lang="en-US" sz="10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419100" y="1162050"/>
            <a:ext cx="405765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/>
          <p:cNvSpPr/>
          <p:nvPr/>
        </p:nvSpPr>
        <p:spPr>
          <a:xfrm>
            <a:off x="419100" y="2533650"/>
            <a:ext cx="40576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25" y="1238250"/>
            <a:ext cx="1828800" cy="1219200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495300" y="2600325"/>
            <a:ext cx="39052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13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4667250" y="1162050"/>
            <a:ext cx="405765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/>
          <p:cNvSpPr/>
          <p:nvPr/>
        </p:nvSpPr>
        <p:spPr>
          <a:xfrm>
            <a:off x="4667250" y="2533650"/>
            <a:ext cx="40576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n 1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675" y="1238250"/>
            <a:ext cx="1828800" cy="1219200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4743450" y="2600325"/>
            <a:ext cx="39052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14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419100" y="3009900"/>
            <a:ext cx="405765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/>
          <p:cNvSpPr/>
          <p:nvPr/>
        </p:nvSpPr>
        <p:spPr>
          <a:xfrm>
            <a:off x="419100" y="4381500"/>
            <a:ext cx="40576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n 16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25" y="3086100"/>
            <a:ext cx="1828800" cy="1219200"/>
          </a:xfrm>
          <a:prstGeom prst="rect">
            <a:avLst/>
          </a:prstGeom>
        </p:spPr>
      </p:pic>
      <p:sp>
        <p:nvSpPr>
          <p:cNvPr id="18" name="CuadroTexto 17"/>
          <p:cNvSpPr txBox="1"/>
          <p:nvPr/>
        </p:nvSpPr>
        <p:spPr>
          <a:xfrm>
            <a:off x="495300" y="4448175"/>
            <a:ext cx="39052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15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4667250" y="3009900"/>
            <a:ext cx="405765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ángulo 19"/>
          <p:cNvSpPr/>
          <p:nvPr/>
        </p:nvSpPr>
        <p:spPr>
          <a:xfrm>
            <a:off x="4667250" y="4381500"/>
            <a:ext cx="40576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Imagen 20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675" y="3086100"/>
            <a:ext cx="1828800" cy="1219200"/>
          </a:xfrm>
          <a:prstGeom prst="rect">
            <a:avLst/>
          </a:prstGeom>
        </p:spPr>
      </p:pic>
      <p:sp>
        <p:nvSpPr>
          <p:cNvPr id="22" name="CuadroTexto 21"/>
          <p:cNvSpPr txBox="1"/>
          <p:nvPr/>
        </p:nvSpPr>
        <p:spPr>
          <a:xfrm>
            <a:off x="4743450" y="4448175"/>
            <a:ext cx="39052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16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419100" y="4762500"/>
            <a:ext cx="8305800" cy="923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00" smtClean="0">
                <a:solidFill>
                  <a:srgbClr val="767676"/>
                </a:solidFill>
                <a:latin typeface="Aptos"/>
              </a:rPr>
              <a:t>ORQUÍDEA TECH  /  HEART COLLECTION</a:t>
            </a:r>
            <a:endParaRPr lang="en-US" sz="600">
              <a:solidFill>
                <a:srgbClr val="76767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422885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Presentación en pantalla (16:9)</PresentationFormat>
  <Paragraphs>23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JEFFERSON LOPEZ</dc:creator>
  <cp:lastModifiedBy>JEFFERSON LOPEZ</cp:lastModifiedBy>
  <cp:revision>1</cp:revision>
  <dcterms:created xsi:type="dcterms:W3CDTF">2026-09-04T04:05:37Z</dcterms:created>
  <dcterms:modified xsi:type="dcterms:W3CDTF">2026-09-04T04:05:37Z</dcterms:modified>
</cp:coreProperties>
</file>