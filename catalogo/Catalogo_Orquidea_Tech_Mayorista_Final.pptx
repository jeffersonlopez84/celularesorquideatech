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9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7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8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3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34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6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0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9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4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35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4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F4F6F-E138-4B6F-8B19-D070DAD08C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5BD3-6975-4842-83FF-2CF469F113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/>
          <p:cNvSpPr/>
          <p:nvPr/>
        </p:nvSpPr>
        <p:spPr>
          <a:xfrm>
            <a:off x="400050" y="400050"/>
            <a:ext cx="685800" cy="685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447675"/>
            <a:ext cx="590550" cy="59055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257300" y="533400"/>
            <a:ext cx="3238500" cy="1500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5" b="1" smtClean="0">
                <a:solidFill>
                  <a:srgbClr val="FFFFFF"/>
                </a:solidFill>
                <a:latin typeface="Aptos"/>
              </a:rPr>
              <a:t>ORQUÍDEA TECH</a:t>
            </a:r>
            <a:endParaRPr lang="en-US" sz="9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476250" y="1524000"/>
            <a:ext cx="4095750" cy="8079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25" b="1" smtClean="0">
                <a:solidFill>
                  <a:srgbClr val="FFFFFF"/>
                </a:solidFill>
                <a:latin typeface="Aptos"/>
              </a:rPr>
              <a:t>CATÁLOGO
MAYORISTA</a:t>
            </a:r>
            <a:endParaRPr lang="en-US" sz="262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495300" y="2914650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50" b="1" smtClean="0">
                <a:solidFill>
                  <a:srgbClr val="C9D7A9"/>
                </a:solidFill>
                <a:latin typeface="Aptos"/>
              </a:rPr>
              <a:t>COLECCIONES DE CASES PARA IPHONE</a:t>
            </a:r>
            <a:endParaRPr lang="en-US" sz="1050" b="1">
              <a:solidFill>
                <a:srgbClr val="C9D7A9"/>
              </a:solidFill>
              <a:latin typeface="Aptos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495300" y="3371850"/>
            <a:ext cx="1162050" cy="47625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495300" y="3638550"/>
            <a:ext cx="29527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smtClean="0">
                <a:solidFill>
                  <a:srgbClr val="EFEDF0"/>
                </a:solidFill>
                <a:latin typeface="Aptos"/>
              </a:rPr>
              <a:t>10 colecciones  /  56 modelos</a:t>
            </a:r>
            <a:endParaRPr lang="en-US" sz="900">
              <a:solidFill>
                <a:srgbClr val="EFEDF0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4953000" y="514350"/>
            <a:ext cx="1752600" cy="1857375"/>
          </a:xfrm>
          <a:prstGeom prst="rect">
            <a:avLst/>
          </a:prstGeom>
          <a:solidFill>
            <a:srgbClr val="FB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934" y="590550"/>
            <a:ext cx="1278731" cy="1704975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6838950" y="514350"/>
            <a:ext cx="1752600" cy="1857375"/>
          </a:xfrm>
          <a:prstGeom prst="rect">
            <a:avLst/>
          </a:prstGeom>
          <a:solidFill>
            <a:srgbClr val="FB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n 13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150" y="909638"/>
            <a:ext cx="1600200" cy="1066800"/>
          </a:xfrm>
          <a:prstGeom prst="rect">
            <a:avLst/>
          </a:prstGeom>
        </p:spPr>
      </p:pic>
      <p:sp>
        <p:nvSpPr>
          <p:cNvPr id="15" name="Rectángulo 14"/>
          <p:cNvSpPr/>
          <p:nvPr/>
        </p:nvSpPr>
        <p:spPr>
          <a:xfrm>
            <a:off x="4953000" y="2552700"/>
            <a:ext cx="1752600" cy="1857375"/>
          </a:xfrm>
          <a:prstGeom prst="rect">
            <a:avLst/>
          </a:prstGeom>
          <a:solidFill>
            <a:srgbClr val="FB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3047295"/>
            <a:ext cx="1600200" cy="868185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6838950" y="2552700"/>
            <a:ext cx="1752600" cy="1857375"/>
          </a:xfrm>
          <a:prstGeom prst="rect">
            <a:avLst/>
          </a:prstGeom>
          <a:solidFill>
            <a:srgbClr val="FBFB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n 17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150" y="2633599"/>
            <a:ext cx="1600200" cy="169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0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Sticker Pop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7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$1,75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1910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41910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337301"/>
            <a:ext cx="1809750" cy="944898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49530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249555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249555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0" y="1345131"/>
            <a:ext cx="1809750" cy="929237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257175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57200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57200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351875"/>
            <a:ext cx="1809750" cy="915751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464820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664845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664845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50" y="1318812"/>
            <a:ext cx="1809750" cy="981876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672465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9715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/>
          <p:cNvSpPr/>
          <p:nvPr/>
        </p:nvSpPr>
        <p:spPr>
          <a:xfrm>
            <a:off x="9715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n 24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3079616"/>
            <a:ext cx="2133600" cy="1041669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10477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33718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/>
          <p:cNvSpPr/>
          <p:nvPr/>
        </p:nvSpPr>
        <p:spPr>
          <a:xfrm>
            <a:off x="33718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n 28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050" y="3049356"/>
            <a:ext cx="2133600" cy="1102189"/>
          </a:xfrm>
          <a:prstGeom prst="rect">
            <a:avLst/>
          </a:prstGeom>
        </p:spPr>
      </p:pic>
      <p:sp>
        <p:nvSpPr>
          <p:cNvPr id="30" name="CuadroTexto 29"/>
          <p:cNvSpPr txBox="1"/>
          <p:nvPr/>
        </p:nvSpPr>
        <p:spPr>
          <a:xfrm>
            <a:off x="34480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17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57721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ángulo 31"/>
          <p:cNvSpPr/>
          <p:nvPr/>
        </p:nvSpPr>
        <p:spPr>
          <a:xfrm>
            <a:off x="57721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Imagen 32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3045252"/>
            <a:ext cx="2133600" cy="1110395"/>
          </a:xfrm>
          <a:prstGeom prst="rect">
            <a:avLst/>
          </a:prstGeom>
        </p:spPr>
      </p:pic>
      <p:sp>
        <p:nvSpPr>
          <p:cNvPr id="34" name="CuadroTexto 33"/>
          <p:cNvSpPr txBox="1"/>
          <p:nvPr/>
        </p:nvSpPr>
        <p:spPr>
          <a:xfrm>
            <a:off x="58483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17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600" smtClean="0">
                <a:solidFill>
                  <a:srgbClr val="767676"/>
                </a:solidFill>
                <a:latin typeface="Aptos"/>
              </a:rPr>
              <a:t>ORQUÍDEA TECH  /  COLECCIÓN STICKER POP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7747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Cuero Bordado Flores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6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$1,50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9715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9715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287780"/>
            <a:ext cx="2133600" cy="112014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0477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33718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33718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050" y="1278446"/>
            <a:ext cx="2133600" cy="1138809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34480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57721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57721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1278446"/>
            <a:ext cx="2133600" cy="1138809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58483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9715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9715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745" y="2990850"/>
            <a:ext cx="1745611" cy="1219200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10477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33718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/>
          <p:cNvSpPr/>
          <p:nvPr/>
        </p:nvSpPr>
        <p:spPr>
          <a:xfrm>
            <a:off x="33718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n 24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960" y="2990850"/>
            <a:ext cx="1339780" cy="1219200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34480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57721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/>
          <p:cNvSpPr/>
          <p:nvPr/>
        </p:nvSpPr>
        <p:spPr>
          <a:xfrm>
            <a:off x="57721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n 28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525" y="2990850"/>
            <a:ext cx="1723251" cy="1219200"/>
          </a:xfrm>
          <a:prstGeom prst="rect">
            <a:avLst/>
          </a:prstGeom>
        </p:spPr>
      </p:pic>
      <p:sp>
        <p:nvSpPr>
          <p:cNvPr id="30" name="CuadroTexto 29"/>
          <p:cNvSpPr txBox="1"/>
          <p:nvPr/>
        </p:nvSpPr>
        <p:spPr>
          <a:xfrm>
            <a:off x="58483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17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600" smtClean="0">
                <a:solidFill>
                  <a:srgbClr val="767676"/>
                </a:solidFill>
                <a:latin typeface="Aptos"/>
              </a:rPr>
              <a:t>ORQUÍDEA TECH  /  COLECCIÓN CUERO BORDADO FLORES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7214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Mariposas Glow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7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$2,00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1910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41910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57" y="1238250"/>
            <a:ext cx="975836" cy="114300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49530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249555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249555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714" y="1238250"/>
            <a:ext cx="865823" cy="1143000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257175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57200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57200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0" y="1238250"/>
            <a:ext cx="857250" cy="114300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464820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664845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664845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0" y="1238250"/>
            <a:ext cx="857250" cy="1143000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672465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9715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/>
          <p:cNvSpPr/>
          <p:nvPr/>
        </p:nvSpPr>
        <p:spPr>
          <a:xfrm>
            <a:off x="9715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n 24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990850"/>
            <a:ext cx="914400" cy="1219200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10477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33718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/>
          <p:cNvSpPr/>
          <p:nvPr/>
        </p:nvSpPr>
        <p:spPr>
          <a:xfrm>
            <a:off x="33718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n 28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2990850"/>
            <a:ext cx="914400" cy="1219200"/>
          </a:xfrm>
          <a:prstGeom prst="rect">
            <a:avLst/>
          </a:prstGeom>
        </p:spPr>
      </p:pic>
      <p:sp>
        <p:nvSpPr>
          <p:cNvPr id="30" name="CuadroTexto 29"/>
          <p:cNvSpPr txBox="1"/>
          <p:nvPr/>
        </p:nvSpPr>
        <p:spPr>
          <a:xfrm>
            <a:off x="34480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17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57721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ángulo 31"/>
          <p:cNvSpPr/>
          <p:nvPr/>
        </p:nvSpPr>
        <p:spPr>
          <a:xfrm>
            <a:off x="57721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Imagen 32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50" y="2990850"/>
            <a:ext cx="914400" cy="1219200"/>
          </a:xfrm>
          <a:prstGeom prst="rect">
            <a:avLst/>
          </a:prstGeom>
        </p:spPr>
      </p:pic>
      <p:sp>
        <p:nvSpPr>
          <p:cNvPr id="34" name="CuadroTexto 33"/>
          <p:cNvSpPr txBox="1"/>
          <p:nvPr/>
        </p:nvSpPr>
        <p:spPr>
          <a:xfrm>
            <a:off x="58483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17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600" smtClean="0">
                <a:solidFill>
                  <a:srgbClr val="767676"/>
                </a:solidFill>
                <a:latin typeface="Aptos"/>
              </a:rPr>
              <a:t>ORQUÍDEA TECH  /  COLECCIÓN MARIPOSAS GLOW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19268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Cute Animals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7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$1,75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1910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41910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365230"/>
            <a:ext cx="1809750" cy="88904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49530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249555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249555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0" y="1348264"/>
            <a:ext cx="1809750" cy="922973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257175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57200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57200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324511"/>
            <a:ext cx="1809750" cy="970478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464820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6648450" y="1162050"/>
            <a:ext cx="1962150" cy="15811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6648450" y="2457450"/>
            <a:ext cx="19621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50" y="1331297"/>
            <a:ext cx="1809750" cy="956905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6724650" y="2524125"/>
            <a:ext cx="1809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9715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/>
          <p:cNvSpPr/>
          <p:nvPr/>
        </p:nvSpPr>
        <p:spPr>
          <a:xfrm>
            <a:off x="9715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n 24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3023045"/>
            <a:ext cx="2133600" cy="1154811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10477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33718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/>
          <p:cNvSpPr/>
          <p:nvPr/>
        </p:nvSpPr>
        <p:spPr>
          <a:xfrm>
            <a:off x="33718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n 28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046" y="2990850"/>
            <a:ext cx="2129607" cy="1219200"/>
          </a:xfrm>
          <a:prstGeom prst="rect">
            <a:avLst/>
          </a:prstGeom>
        </p:spPr>
      </p:pic>
      <p:sp>
        <p:nvSpPr>
          <p:cNvPr id="30" name="CuadroTexto 29"/>
          <p:cNvSpPr txBox="1"/>
          <p:nvPr/>
        </p:nvSpPr>
        <p:spPr>
          <a:xfrm>
            <a:off x="34480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57721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ángulo 31"/>
          <p:cNvSpPr/>
          <p:nvPr/>
        </p:nvSpPr>
        <p:spPr>
          <a:xfrm>
            <a:off x="57721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Imagen 32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3003042"/>
            <a:ext cx="2133600" cy="1194816"/>
          </a:xfrm>
          <a:prstGeom prst="rect">
            <a:avLst/>
          </a:prstGeom>
        </p:spPr>
      </p:pic>
      <p:sp>
        <p:nvSpPr>
          <p:cNvPr id="34" name="CuadroTexto 33"/>
          <p:cNvSpPr txBox="1"/>
          <p:nvPr/>
        </p:nvSpPr>
        <p:spPr>
          <a:xfrm>
            <a:off x="58483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600" smtClean="0">
                <a:solidFill>
                  <a:srgbClr val="767676"/>
                </a:solidFill>
                <a:latin typeface="Aptos"/>
              </a:rPr>
              <a:t>ORQUÍDEA TECH  /  COLECCIÓN CUTE ANIMALS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28169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Sunflower Rainbow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6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$1,50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9715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9715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271111"/>
            <a:ext cx="2133600" cy="1153477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0477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33718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33718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050" y="1277779"/>
            <a:ext cx="2133600" cy="1140143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34480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57721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57721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1309449"/>
            <a:ext cx="2133600" cy="1076801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58483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9715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9715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3032046"/>
            <a:ext cx="2133600" cy="1136809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10477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33718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/>
          <p:cNvSpPr/>
          <p:nvPr/>
        </p:nvSpPr>
        <p:spPr>
          <a:xfrm>
            <a:off x="33718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n 24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615" y="2990850"/>
            <a:ext cx="1912471" cy="1219200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34480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57721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/>
          <p:cNvSpPr/>
          <p:nvPr/>
        </p:nvSpPr>
        <p:spPr>
          <a:xfrm>
            <a:off x="57721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n 28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3065383"/>
            <a:ext cx="2133600" cy="1070134"/>
          </a:xfrm>
          <a:prstGeom prst="rect">
            <a:avLst/>
          </a:prstGeom>
        </p:spPr>
      </p:pic>
      <p:sp>
        <p:nvSpPr>
          <p:cNvPr id="30" name="CuadroTexto 29"/>
          <p:cNvSpPr txBox="1"/>
          <p:nvPr/>
        </p:nvSpPr>
        <p:spPr>
          <a:xfrm>
            <a:off x="58483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00" smtClean="0">
                <a:solidFill>
                  <a:srgbClr val="767676"/>
                </a:solidFill>
                <a:latin typeface="Aptos"/>
              </a:rPr>
              <a:t>ORQUÍDEA TECH  /  COLECCIÓN SUNFLOWER RAINBOW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62179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Metalizado Ondulado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4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$2,50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19100" y="116205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419100" y="253365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561" y="1238250"/>
            <a:ext cx="2216727" cy="121920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495300" y="260032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4667250" y="116205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4667250" y="253365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11" y="1238250"/>
            <a:ext cx="2216727" cy="1219200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4743450" y="260032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19100" y="300990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19100" y="438150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561" y="3086100"/>
            <a:ext cx="2216727" cy="121920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495300" y="444817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4667250" y="300990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4667250" y="438150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11" y="3086100"/>
            <a:ext cx="2216727" cy="1219200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4743450" y="444817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00" smtClean="0">
                <a:solidFill>
                  <a:srgbClr val="767676"/>
                </a:solidFill>
                <a:latin typeface="Aptos"/>
              </a:rPr>
              <a:t>ORQUÍDEA TECH  /  COLECCIÓN METALIZADO ONDULADO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1527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Magsafe Premium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4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$2,50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19100" y="116205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419100" y="253365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971" y="1238250"/>
            <a:ext cx="787908" cy="121920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495300" y="260032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4667250" y="116205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4667250" y="253365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121" y="1238250"/>
            <a:ext cx="787908" cy="1219200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4743450" y="260032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19100" y="300990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19100" y="438150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971" y="3086100"/>
            <a:ext cx="787908" cy="121920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495300" y="444817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4667250" y="300990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4667250" y="438150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121" y="3086100"/>
            <a:ext cx="787908" cy="1219200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4743450" y="444817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600" smtClean="0">
                <a:solidFill>
                  <a:srgbClr val="767676"/>
                </a:solidFill>
                <a:latin typeface="Aptos"/>
              </a:rPr>
              <a:t>ORQUÍDEA TECH  /  COLECCIÓN MAGSAFE PREMIUM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5713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Heart Collection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4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$2,50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19100" y="116205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419100" y="253365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238250"/>
            <a:ext cx="1828800" cy="121920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495300" y="260032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4667250" y="116205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4667250" y="253365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1238250"/>
            <a:ext cx="1828800" cy="1219200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4743450" y="260032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19100" y="300990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19100" y="438150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3086100"/>
            <a:ext cx="1828800" cy="121920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495300" y="444817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4667250" y="3009900"/>
            <a:ext cx="405765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4667250" y="4381500"/>
            <a:ext cx="405765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3086100"/>
            <a:ext cx="1828800" cy="1219200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4743450" y="4448175"/>
            <a:ext cx="3905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00" smtClean="0">
                <a:solidFill>
                  <a:srgbClr val="767676"/>
                </a:solidFill>
                <a:latin typeface="Aptos"/>
              </a:rPr>
              <a:t>ORQUÍDEA TECH  /  COLECCIÓN HEART COLLECTION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62678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Premium Fashion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5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$2,10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9715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9715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681" y="1238250"/>
            <a:ext cx="1419738" cy="121920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0477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33718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33718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981" y="1238250"/>
            <a:ext cx="1419738" cy="1219200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34480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57721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57721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0" y="1238250"/>
            <a:ext cx="1150620" cy="121920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58483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1714500" y="2914650"/>
            <a:ext cx="27432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1714500" y="4286250"/>
            <a:ext cx="27432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49" y="2990850"/>
            <a:ext cx="1473302" cy="1219200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1790700" y="4352925"/>
            <a:ext cx="25908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4686300" y="2914650"/>
            <a:ext cx="27432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/>
          <p:cNvSpPr/>
          <p:nvPr/>
        </p:nvSpPr>
        <p:spPr>
          <a:xfrm>
            <a:off x="4686300" y="4286250"/>
            <a:ext cx="27432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n 24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249" y="2990850"/>
            <a:ext cx="1473302" cy="1219200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4762500" y="4352925"/>
            <a:ext cx="25908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600" smtClean="0">
                <a:solidFill>
                  <a:srgbClr val="767676"/>
                </a:solidFill>
                <a:latin typeface="Aptos"/>
              </a:rPr>
              <a:t>ORQUÍDEA TECH  /  COLECCIÓN PREMIUM FASHION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81857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19100" y="457200"/>
            <a:ext cx="5143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smtClean="0">
                <a:solidFill>
                  <a:srgbClr val="422A2A"/>
                </a:solidFill>
                <a:latin typeface="Aptos"/>
              </a:rPr>
              <a:t>Spider Stitch Nike</a:t>
            </a:r>
            <a:endParaRPr lang="en-US" sz="2025" b="1">
              <a:solidFill>
                <a:srgbClr val="422A2A"/>
              </a:solidFill>
              <a:latin typeface="Apto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8150" y="819150"/>
            <a:ext cx="2857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5" b="1" smtClean="0">
                <a:solidFill>
                  <a:srgbClr val="767676"/>
                </a:solidFill>
                <a:latin typeface="Aptos"/>
              </a:rPr>
              <a:t>6 MODELOS DISPONIBLES</a:t>
            </a:r>
            <a:endParaRPr lang="en-US" sz="825" b="1">
              <a:solidFill>
                <a:srgbClr val="767676"/>
              </a:solidFill>
              <a:latin typeface="Aptos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800850" y="457200"/>
            <a:ext cx="1905000" cy="4000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6800850" y="561975"/>
            <a:ext cx="1905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Aptos"/>
              </a:rPr>
              <a:t>PVP MAYOR  $1,50</a:t>
            </a:r>
            <a:endParaRPr lang="en-US"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9715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9715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496105"/>
            <a:ext cx="2133600" cy="703491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0477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13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33718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33718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050" y="1496105"/>
            <a:ext cx="2133600" cy="703491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34480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14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5772150" y="11620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5772150" y="25336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1496105"/>
            <a:ext cx="2133600" cy="703491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5848350" y="26003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9715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9715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3248705"/>
            <a:ext cx="2133600" cy="703491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10477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15 Pro Max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33718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/>
          <p:cNvSpPr/>
          <p:nvPr/>
        </p:nvSpPr>
        <p:spPr>
          <a:xfrm>
            <a:off x="33718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n 2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050" y="3248705"/>
            <a:ext cx="2133600" cy="703491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34480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16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5772150" y="2914650"/>
            <a:ext cx="2286000" cy="1657350"/>
          </a:xfrm>
          <a:prstGeom prst="rect">
            <a:avLst/>
          </a:prstGeom>
          <a:solidFill>
            <a:srgbClr val="FFFFFF"/>
          </a:solidFill>
          <a:ln w="7144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/>
          <p:cNvSpPr/>
          <p:nvPr/>
        </p:nvSpPr>
        <p:spPr>
          <a:xfrm>
            <a:off x="5772150" y="4286250"/>
            <a:ext cx="2286000" cy="28575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n 2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3248705"/>
            <a:ext cx="2133600" cy="703491"/>
          </a:xfrm>
          <a:prstGeom prst="rect">
            <a:avLst/>
          </a:prstGeom>
        </p:spPr>
      </p:pic>
      <p:sp>
        <p:nvSpPr>
          <p:cNvPr id="30" name="CuadroTexto 29"/>
          <p:cNvSpPr txBox="1"/>
          <p:nvPr/>
        </p:nvSpPr>
        <p:spPr>
          <a:xfrm>
            <a:off x="5848350" y="4352925"/>
            <a:ext cx="21336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75" b="1" smtClean="0">
                <a:solidFill>
                  <a:srgbClr val="FFFFFF"/>
                </a:solidFill>
                <a:latin typeface="Aptos"/>
              </a:rPr>
              <a:t>iPhone 17 Pro</a:t>
            </a:r>
            <a:endParaRPr lang="en-US" sz="675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419100" y="4762500"/>
            <a:ext cx="83058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600" smtClean="0">
                <a:solidFill>
                  <a:srgbClr val="767676"/>
                </a:solidFill>
                <a:latin typeface="Aptos"/>
              </a:rPr>
              <a:t>ORQUÍDEA TECH  /  COLECCIÓN SPIDER STITCH NIKE</a:t>
            </a:r>
            <a:endParaRPr lang="en-US" sz="600">
              <a:solidFill>
                <a:srgbClr val="76767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9677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8600" y="171450"/>
            <a:ext cx="8686800" cy="4800600"/>
          </a:xfrm>
          <a:prstGeom prst="rect">
            <a:avLst/>
          </a:prstGeom>
          <a:solidFill>
            <a:srgbClr val="422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/>
          <p:cNvSpPr/>
          <p:nvPr/>
        </p:nvSpPr>
        <p:spPr>
          <a:xfrm>
            <a:off x="228600" y="171450"/>
            <a:ext cx="8686800" cy="95250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/>
          <p:cNvSpPr/>
          <p:nvPr/>
        </p:nvSpPr>
        <p:spPr>
          <a:xfrm>
            <a:off x="3962400" y="819150"/>
            <a:ext cx="1219200" cy="1219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914400"/>
            <a:ext cx="1028700" cy="10287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524000" y="2419350"/>
            <a:ext cx="609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 smtClean="0">
                <a:solidFill>
                  <a:srgbClr val="FFFFFF"/>
                </a:solidFill>
                <a:latin typeface="Aptos"/>
              </a:rPr>
              <a:t>ORQUÍDEA TECH</a:t>
            </a:r>
            <a:endParaRPr lang="en-US"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1524000" y="2914650"/>
            <a:ext cx="6096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b="1" smtClean="0">
                <a:solidFill>
                  <a:srgbClr val="C9D7A9"/>
                </a:solidFill>
                <a:latin typeface="Aptos"/>
              </a:rPr>
              <a:t>COLECCIONES PARA VENTA MAYORISTA</a:t>
            </a:r>
            <a:endParaRPr lang="en-US" sz="1050" b="1">
              <a:solidFill>
                <a:srgbClr val="C9D7A9"/>
              </a:solidFill>
              <a:latin typeface="Aptos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4000500" y="3390900"/>
            <a:ext cx="1143000" cy="47625"/>
          </a:xfrm>
          <a:prstGeom prst="rect">
            <a:avLst/>
          </a:prstGeom>
          <a:solidFill>
            <a:srgbClr val="5031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2476500" y="3695700"/>
            <a:ext cx="419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smtClean="0">
                <a:solidFill>
                  <a:srgbClr val="EFEDF0"/>
                </a:solidFill>
                <a:latin typeface="Aptos"/>
              </a:rPr>
              <a:t>10 colecciones  /  56 modelos</a:t>
            </a:r>
            <a:endParaRPr lang="en-US" sz="900">
              <a:solidFill>
                <a:srgbClr val="EFEDF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300885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Presentación en pantalla (16:9)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JEFFERSON LOPEZ</dc:creator>
  <cp:lastModifiedBy>JEFFERSON LOPEZ</cp:lastModifiedBy>
  <cp:revision>1</cp:revision>
  <dcterms:created xsi:type="dcterms:W3CDTF">2026-09-04T04:14:00Z</dcterms:created>
  <dcterms:modified xsi:type="dcterms:W3CDTF">2026-09-04T04:14:00Z</dcterms:modified>
</cp:coreProperties>
</file>